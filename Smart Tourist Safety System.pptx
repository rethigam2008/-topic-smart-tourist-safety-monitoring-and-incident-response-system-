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754880" cy="475488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TOURISM  •  PUBLIC SAFETY  •  SMART CITIES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Tourist Safety Monitoring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Incident Response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travelers with real-time location intelligence, AI-driven anomaly detection,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geo-fencing, and a blockchain-backed digital tourist ID.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846320"/>
            <a:ext cx="2020824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846320"/>
            <a:ext cx="20208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Detection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43784" y="4846320"/>
            <a:ext cx="185074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43784" y="4846320"/>
            <a:ext cx="185074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Geo-Fencing Alerts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77410" y="4846320"/>
            <a:ext cx="1085393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7410" y="4846320"/>
            <a:ext cx="108539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SOS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45682" y="4846320"/>
            <a:ext cx="2105863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5682" y="4846320"/>
            <a:ext cx="210586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Digital 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34426" y="4846320"/>
            <a:ext cx="1935785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4426" y="4846320"/>
            <a:ext cx="193578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Dashboard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tourist-safety mechanisms fall short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8F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Real-Time Alerts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Emergencies in remote or unfamiliar areas often go unnoticed until it's too late — there's no live signal reaching authorities.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8F8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7269480" y="18105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Fragmented Reporting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4231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safety mechanisms depend on manual reporting and disconnected communication channels, slowing emergency response.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8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1508760" y="40965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Identity Verification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lack a fast, trustworthy way to verify identity with local authorities during an incident.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384048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8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4114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7269480" y="40965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Situational Awareness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47091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 have no consolidated, real-time view of tourist movement, risk zones, or unfolding incidents.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1234440"/>
            <a:ext cx="4572000" cy="562356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</a:t>
            </a:r>
            <a:endParaRPr lang="en-US" sz="24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sets out to achieve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39319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proactive, intelligent safety net that closes the gap between an incident occurring and help arriving.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92040" y="14173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5440680" y="1362456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continuous, real-time GPS tracking of registered tourists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92040" y="231343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2313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5440680" y="2258568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unsafe zones automatically via geo-fencing and instant alerts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892040" y="320954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32095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440680" y="3154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flag abnormal behavior — sudden stops, deviations, prolonged inactivity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892040" y="410565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4105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5440680" y="4050792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one-tap panic SOS with live location sharing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892040" y="500176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5001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440680" y="4946904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 secure, blockchain-backed digital tourist ID for fast verification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892040" y="58978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5897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440680" y="5843016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authorities a live dashboard for monitoring and coordinated response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components working together end to 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18745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4859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Tourist Mobile App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057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digital ID, streams GPS, sends panic SOS, receives geo-fence alerts.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81528" y="29718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19272" y="155448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6532" y="18745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256532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02152" y="26974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Anomaly Engine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47872" y="3383280"/>
            <a:ext cx="2057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analyzes movement patterns to flag falls, deviations, or distress signals.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9718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089904" y="155448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27164" y="18745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027164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72784" y="26974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Digital ID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18504" y="3383280"/>
            <a:ext cx="2057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 tamper-proof, verifiable identity for instant authentication during incidents.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22792" y="297180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860536" y="155448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8E8"/>
            </a:solidFill>
            <a:prstDash val="solid"/>
          </a:ln>
          <a:effectLst>
            <a:outerShdw sx="100000" sy="100000" kx="0" ky="0" algn="bl" rotWithShape="0" blurRad="101600" dist="38100" dir="5400000">
              <a:srgbClr val="1A2B3C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797796" y="187452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/>
        </p:spPr>
      </p:sp>
      <p:sp>
        <p:nvSpPr>
          <p:cNvPr id="24" name="Text 22"/>
          <p:cNvSpPr/>
          <p:nvPr/>
        </p:nvSpPr>
        <p:spPr>
          <a:xfrm>
            <a:off x="9797796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43416" y="26974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 Dashboard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089136" y="3383280"/>
            <a:ext cx="20574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console for live tourist monitoring, incident tracking, and response coordination.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120640"/>
            <a:ext cx="10826496" cy="1188720"/>
          </a:xfrm>
          <a:prstGeom prst="roundRect">
            <a:avLst>
              <a:gd name="adj" fmla="val 7692"/>
            </a:avLst>
          </a:prstGeom>
          <a:solidFill>
            <a:srgbClr val="0B2545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120640"/>
            <a:ext cx="101864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layer: secure MQTT / WebSocket / HTTPS links every layer to a microservices backend (auth, profiles, geofencing, incident engine, notifications).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F4F8F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3736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and cloud ML models learn normal tourist behavior and flag anomalies — sudden stops, erratic routes, or signs of distress — in near real time.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F4F8F8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73736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709160" y="27889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Geo-Fencing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365760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boundaries around high-risk or restricted zones trigger instant push alerts the moment a tourist enters or exits them.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611880" cy="4892040"/>
          </a:xfrm>
          <a:prstGeom prst="roundRect">
            <a:avLst>
              <a:gd name="adj" fmla="val 2532"/>
            </a:avLst>
          </a:prstGeom>
          <a:solidFill>
            <a:srgbClr val="F4F8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549640" y="1737360"/>
            <a:ext cx="822960" cy="82296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549640" y="27889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 Digital ID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49640" y="365760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permissioned or public sidechain issues a tamper-proof identity, letting authorities verify a tourist's identity instantly and transparently.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registration to resolved incident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3C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9012" y="1627632"/>
            <a:ext cx="585216" cy="585216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9012" y="16276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signs up in the app and receives a blockchain-backed digital ID.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14600" y="26517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70632" y="192024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3C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61004" y="1627632"/>
            <a:ext cx="585216" cy="585216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61004" y="16276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07792" y="23317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53512" y="278892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streams GPS coordinates continuously to the cloud backend.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36592" y="26517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92624" y="192024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3C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82996" y="1627632"/>
            <a:ext cx="585216" cy="585216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2996" y="16276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29784" y="23317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75504" y="278892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and geo-fence rules watch for anomalies or restricted-zone entry.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58584" y="26517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214616" y="192024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3C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04988" y="1627632"/>
            <a:ext cx="585216" cy="585216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4988" y="16276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51776" y="23317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97496" y="278892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 tourist trigger an alert automatically, or manually via panic SOS.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80576" y="265176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36608" y="192024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B3C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26980" y="1627632"/>
            <a:ext cx="585216" cy="585216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26980" y="162763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573768" y="233172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19488" y="278892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dashboard receives the signed incident packet and dispatches help.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846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is packaged as a signed incident record — creating an auditable, tamper-evident trail from detection through resolution.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8F8"/>
          </a:solidFill>
          <a:ln/>
        </p:spPr>
      </p:sp>
      <p:sp>
        <p:nvSpPr>
          <p:cNvPr id="4" name="Shape 2"/>
          <p:cNvSpPr/>
          <p:nvPr/>
        </p:nvSpPr>
        <p:spPr>
          <a:xfrm>
            <a:off x="804672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0" dirty="0"/>
          </a:p>
        </p:txBody>
      </p:sp>
      <p:sp>
        <p:nvSpPr>
          <p:cNvPr id="6" name="Text 4"/>
          <p:cNvSpPr/>
          <p:nvPr/>
        </p:nvSpPr>
        <p:spPr>
          <a:xfrm>
            <a:off x="1463040" y="13990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Safety Detection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with automated, low-latency incident detection and response.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2344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8F8"/>
          </a:solidFill>
          <a:ln/>
        </p:spPr>
      </p:sp>
      <p:sp>
        <p:nvSpPr>
          <p:cNvPr id="9" name="Shape 7"/>
          <p:cNvSpPr/>
          <p:nvPr/>
        </p:nvSpPr>
        <p:spPr>
          <a:xfrm>
            <a:off x="6519672" y="1691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519672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7178040" y="13990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Geo-Fencing for Hazard Prevention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78040" y="178308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warnings keep tourists out of unsafe or restricted areas.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8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33375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1463040" y="30449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Blockchain-Backed Digital ID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34290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Trusted, tamper-proof identity verification for faster authority response.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8803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8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519672" y="333756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7178040" y="30449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Privacy-First Design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78040" y="34290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and behavioral data are collected and shared only as needed for safety.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8F8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49834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1463040" y="46908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Panic SOS Button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50749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distress signal shares live location instantly with responders.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63640" y="45262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8F8"/>
          </a:solidFill>
          <a:ln/>
        </p:spPr>
      </p:sp>
      <p:sp>
        <p:nvSpPr>
          <p:cNvPr id="29" name="Shape 27"/>
          <p:cNvSpPr/>
          <p:nvPr/>
        </p:nvSpPr>
        <p:spPr>
          <a:xfrm>
            <a:off x="6519672" y="49834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6519672" y="4983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210" dirty="0"/>
          </a:p>
        </p:txBody>
      </p:sp>
      <p:sp>
        <p:nvSpPr>
          <p:cNvPr id="31" name="Text 29"/>
          <p:cNvSpPr/>
          <p:nvPr/>
        </p:nvSpPr>
        <p:spPr>
          <a:xfrm>
            <a:off x="7178040" y="46908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Transparency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78040" y="50749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give authorities a clear, traceable record of every incident.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Challenges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50292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21488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emergency response through automated, real-time alerts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9260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risk exposure via proactive geo-fence warnings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7033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trust through tamper-proof digital identity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44805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 for tourism authorities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52578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52578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design suited to large-scale deployment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280160"/>
            <a:ext cx="5394960" cy="5029200"/>
          </a:xfrm>
          <a:prstGeom prst="roundRect">
            <a:avLst>
              <a:gd name="adj" fmla="val 1818"/>
            </a:avLst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5544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4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29400" y="21488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214884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concerns around continuous location tracking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29400" y="29260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95160" y="29260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implementation and infrastructure costs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29400" y="370332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37033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accuracy limits in remote or dense-urban terrain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29400" y="44805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95160" y="448056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gaps in low-network tourist zones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29400" y="52578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4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95160" y="525780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AI surveillance with tourist trust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955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AI-driven anomaly detection, geo-fencing, and blockchain-backed digital identity, the Smart Tourist Safety Monitoring &amp; Incident Response System closes the gap between an incident occurring and help arriving — turning fragmented, manual safety processes into a proactive, connected, and auditable system.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components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0" y="3657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108960" y="4434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technologies fused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36576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577840" y="4434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Tourist Safety Monitoring &amp; Incident Response System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2026-08-10T03:03:54Z</dcterms:created>
  <dcterms:modified xsi:type="dcterms:W3CDTF">2026-08-10T03:03:54Z</dcterms:modified>
</cp:coreProperties>
</file>