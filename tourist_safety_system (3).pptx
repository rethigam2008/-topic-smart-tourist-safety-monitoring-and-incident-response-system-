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Tourist Safety Monitoring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Incident Response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+ IoT powered platform that keeps travelers safe through real-time monitoring and rapid emergency response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6537960" cy="3017520"/>
          </a:xfrm>
          <a:prstGeom prst="roundRect">
            <a:avLst>
              <a:gd name="adj" fmla="val 303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in unfamiliar destinations face real risks — getting lost, accidents, theft, harassment, or medical emergencies — while local authorities often have no fast way to know a tourist is in trouble or where they are.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Objective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51663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GPS tracking, smart cameras, and a mobile SOS app into one connected system that detects incidents early and alerts responders within seconds — not minutes.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30632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3940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26680" y="3282696"/>
            <a:ext cx="457200" cy="457200"/>
          </a:xfrm>
          <a:prstGeom prst="ellipse">
            <a:avLst/>
          </a:prstGeom>
          <a:solidFill>
            <a:srgbClr val="27C3E0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3154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66760" y="3447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 of tourist locations and public spaces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41605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3940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4379976"/>
            <a:ext cx="457200" cy="457200"/>
          </a:xfrm>
          <a:prstGeom prst="ellipse">
            <a:avLst/>
          </a:prstGeom>
          <a:solidFill>
            <a:srgbClr val="27C3E0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SOS Alerts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66760" y="45445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emergency signal from the tourist's phone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98080" y="52578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3940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5477256"/>
            <a:ext cx="457200" cy="457200"/>
          </a:xfrm>
          <a:prstGeom prst="ellipse">
            <a:avLst/>
          </a:prstGeom>
          <a:solidFill>
            <a:srgbClr val="27C3E0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5477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1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66760" y="5349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Response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66760" y="5641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dispatch to the nearest help unit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connected stages take a tourist from everyday movement to protected, monitored travel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8740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487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App + GPS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3794760"/>
            <a:ext cx="1636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carries the mobile app; live location is shared securely.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6040" y="3337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07208" y="214884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15868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515868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44368" y="31546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&amp; Sensors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3794760"/>
            <a:ext cx="1636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and IoT sensors watch public tourist zones continuously.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73168" y="3337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974336" y="214884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82996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682996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11496" y="31546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38928" y="3794760"/>
            <a:ext cx="1636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scans feeds and location data for risks or anomalies.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40296" y="3337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141464" y="214884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850124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850124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78624" y="31546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 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06056" y="3794760"/>
            <a:ext cx="1636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see live alerts, maps, and incident details in one place.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07424" y="3337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308592" y="214884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F5A623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017252" y="2423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017252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445752" y="31546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473184" y="3794760"/>
            <a:ext cx="1636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3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Police, medical, or tourism staff are dispatched to the exact spot.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closes when responders confirm resolution — every incident is logged for future safety planning.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Cameras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video analytics turn ordinary CCTV feeds into an early-warning system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27C3E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19293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Capture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70432" y="21945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placed at tourist hotspots stream continuous live footage.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384048" cy="384048"/>
          </a:xfrm>
          <a:prstGeom prst="ellipse">
            <a:avLst/>
          </a:prstGeom>
          <a:solidFill>
            <a:srgbClr val="27C3E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70432" y="27340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&amp; Crowd Detection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70432" y="299923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(computer vision) identifies people and measures crowd density in real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575304"/>
            <a:ext cx="384048" cy="384048"/>
          </a:xfrm>
          <a:prstGeom prst="ellipse">
            <a:avLst/>
          </a:prstGeom>
          <a:solidFill>
            <a:srgbClr val="27C3E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70432" y="3538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70432" y="380390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flags unusual events — falls, fights, restricted-zone entry, abandoned bags.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379976"/>
            <a:ext cx="384048" cy="384048"/>
          </a:xfrm>
          <a:prstGeom prst="ellipse">
            <a:avLst/>
          </a:prstGeom>
          <a:solidFill>
            <a:srgbClr val="27C3E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4343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 Generation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70432" y="460857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flagged event auto-creates an alert with location, time, and camera ID.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184648"/>
            <a:ext cx="384048" cy="384048"/>
          </a:xfrm>
          <a:prstGeom prst="ellipse">
            <a:avLst/>
          </a:prstGeom>
          <a:solidFill>
            <a:srgbClr val="27C3E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70432" y="51480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Verification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70432" y="541324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room operator reviews the clip and dispatches help if it's genuine.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1965960"/>
            <a:ext cx="4480560" cy="4114800"/>
          </a:xfrm>
          <a:prstGeom prst="roundRect">
            <a:avLst>
              <a:gd name="adj" fmla="val 1778"/>
            </a:avLst>
          </a:prstGeom>
          <a:solidFill>
            <a:srgbClr val="0A0D2E"/>
          </a:solidFill>
          <a:ln w="19050">
            <a:solidFill>
              <a:srgbClr val="39408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69480" y="2167128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20939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— CAM 04 — CITY SQUARE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89520" y="3154680"/>
            <a:ext cx="502920" cy="1188720"/>
          </a:xfrm>
          <a:prstGeom prst="roundRect">
            <a:avLst>
              <a:gd name="adj" fmla="val 45455"/>
            </a:avLst>
          </a:prstGeom>
          <a:solidFill>
            <a:srgbClr val="1C2450"/>
          </a:solidFill>
          <a:ln/>
        </p:spPr>
      </p:sp>
      <p:sp>
        <p:nvSpPr>
          <p:cNvPr id="29" name="Shape 27"/>
          <p:cNvSpPr/>
          <p:nvPr/>
        </p:nvSpPr>
        <p:spPr>
          <a:xfrm>
            <a:off x="7534656" y="3099816"/>
            <a:ext cx="612648" cy="1298448"/>
          </a:xfrm>
          <a:prstGeom prst="rect">
            <a:avLst/>
          </a:prstGeom>
          <a:ln w="19050">
            <a:solidFill>
              <a:srgbClr val="27C3E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452360" y="28620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97%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503920" y="3429000"/>
            <a:ext cx="457200" cy="914400"/>
          </a:xfrm>
          <a:prstGeom prst="roundRect">
            <a:avLst>
              <a:gd name="adj" fmla="val 50000"/>
            </a:avLst>
          </a:prstGeom>
          <a:solidFill>
            <a:srgbClr val="1C2450"/>
          </a:solidFill>
          <a:ln/>
        </p:spPr>
      </p:sp>
      <p:sp>
        <p:nvSpPr>
          <p:cNvPr id="32" name="Shape 30"/>
          <p:cNvSpPr/>
          <p:nvPr/>
        </p:nvSpPr>
        <p:spPr>
          <a:xfrm>
            <a:off x="8449056" y="3374136"/>
            <a:ext cx="566928" cy="1024128"/>
          </a:xfrm>
          <a:prstGeom prst="rect">
            <a:avLst/>
          </a:prstGeom>
          <a:ln w="19050">
            <a:solidFill>
              <a:srgbClr val="27C3E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8366760" y="31363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94%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058400" y="3017520"/>
            <a:ext cx="548640" cy="1325880"/>
          </a:xfrm>
          <a:prstGeom prst="roundRect">
            <a:avLst>
              <a:gd name="adj" fmla="val 41667"/>
            </a:avLst>
          </a:prstGeom>
          <a:solidFill>
            <a:srgbClr val="1C245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03536" y="2962656"/>
            <a:ext cx="658368" cy="1435608"/>
          </a:xfrm>
          <a:prstGeom prst="rect">
            <a:avLst/>
          </a:prstGeom>
          <a:ln w="19050">
            <a:solidFill>
              <a:srgbClr val="27C3E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9921240" y="27249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7C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99%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372600" y="4572000"/>
            <a:ext cx="1005840" cy="1051560"/>
          </a:xfrm>
          <a:prstGeom prst="rect">
            <a:avLst/>
          </a:prstGeom>
          <a:ln w="254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0" y="42062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ANOMALY 91%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315200" y="5486400"/>
            <a:ext cx="3931920" cy="0"/>
          </a:xfrm>
          <a:prstGeom prst="line">
            <a:avLst/>
          </a:prstGeom>
          <a:noFill/>
          <a:ln w="12700">
            <a:solidFill>
              <a:srgbClr val="2B32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0" y="5577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people and crowd density, then flags anomalies for review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DETAILS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 system a complete safety and response solution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 &amp; Geofencing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08152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tourists and control staff when someone enters a high-risk or restricted zone.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457200" cy="457200"/>
          </a:xfrm>
          <a:prstGeom prst="ellipse">
            <a:avLst/>
          </a:prstGeom>
          <a:solidFill>
            <a:srgbClr val="27C3E0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/ SOS Button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17720" y="308152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on the mobile app instantly sends location and an alert to the nearest response unit.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1031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Analytics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66760" y="308152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auto-detect accidents, overcrowding, or suspicious activity without constant human watching.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rgbClr val="27C3E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4800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Dashboard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68680" y="51846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monitor all live alerts, tourist density, and camera feeds from one control screen.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0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17720" y="4800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Tourist ID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617720" y="51846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visitor gets a secure digital profile with emergency contacts and travel itinerary on file.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5F5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66760" y="4206240"/>
            <a:ext cx="457200" cy="457200"/>
          </a:xfrm>
          <a:prstGeom prst="ellipse">
            <a:avLst/>
          </a:prstGeom>
          <a:solidFill>
            <a:srgbClr val="27C3E0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66760" y="48006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Emergency Dispatch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366760" y="518464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nearest police, medical, or tourism-helpdesk unit is notified automatically, with directions.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&amp;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0992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Confidence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9933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feel safer exploring, boosting a destination's reputation and repeat visits.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606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Emergency Response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88950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response time from many minutes to seconds by removing manual reporting delays.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5021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&amp; Accident Prevention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7856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AI monitoring deters wrongdoing and catches accidents before they escalate.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25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3982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Tourism Economy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6817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destinations attract more visitors and long-term investment in tourism.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49440" y="1737360"/>
            <a:ext cx="4572000" cy="365760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242316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Tourist Safety Monitoring and Incident Response System brings GPS tracking, AI-powered cameras, and a mobile SOS app together into one connected safety net.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23760" y="35661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detecting incidents early and routing help automatically, it turns reactive emergency handling into a proactive, real-time safety system — protecting tourists and strengthening trust in the destinations they visit.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2026-08-09T06:53:44Z</dcterms:created>
  <dcterms:modified xsi:type="dcterms:W3CDTF">2026-08-09T06:53:44Z</dcterms:modified>
</cp:coreProperties>
</file>